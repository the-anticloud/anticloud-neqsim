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OIL_GAS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NEQSIM.</a:t>
            </a:r>
          </a:p>
          <a:p>
            <a:r>
              <a:rPr sz="1400"/>
              <a:t>Process simulation: oil, gas, CO2, hydrogen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